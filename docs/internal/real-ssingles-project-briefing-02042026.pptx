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731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DEADLINE: 48 HOURS REMAINING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 Briefing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Decided Before Friday — And Why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26080" y="3840480"/>
            <a:ext cx="3291840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5"/>
          <p:cNvSpPr/>
          <p:nvPr/>
        </p:nvSpPr>
        <p:spPr>
          <a:xfrm>
            <a:off x="2926080" y="3840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4,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Arman  |  Project Manager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the App Like a House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325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pouring the foundation, running the plumbing, and wiring the electricity.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2423160"/>
            <a:ext cx="260604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423160"/>
            <a:ext cx="260604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436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everything sits 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7560" y="2423160"/>
            <a:ext cx="260604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37560" y="2423160"/>
            <a:ext cx="2606040" cy="54864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517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47472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but makes everything work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2423160"/>
            <a:ext cx="260604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217920" y="2423160"/>
            <a:ext cx="2606040" cy="54864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6517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3383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Curtains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55080" y="3977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look you see on the surface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foundation or plumbing is wrong, </a:t>
            </a:r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house has to be torn down to fix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House = Your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47472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54864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Structure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32588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143000"/>
            <a:ext cx="3931920" cy="77724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075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14300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Data Storage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1984248"/>
            <a:ext cx="347472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984248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19842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&amp; Electrical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67128"/>
            <a:ext cx="365760" cy="3657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754880" y="1984248"/>
            <a:ext cx="3931920" cy="77724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48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1984248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Server Logic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57200" y="2825496"/>
            <a:ext cx="347472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2"/>
          <p:cNvSpPr/>
          <p:nvPr/>
        </p:nvSpPr>
        <p:spPr>
          <a:xfrm>
            <a:off x="457200" y="2825496"/>
            <a:ext cx="54864" cy="77724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" name="Text 13"/>
          <p:cNvSpPr/>
          <p:nvPr/>
        </p:nvSpPr>
        <p:spPr>
          <a:xfrm>
            <a:off x="685800" y="2825496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HVAC &amp; Security System</a:t>
            </a:r>
            <a:endParaRPr lang="en-US" sz="15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008376"/>
            <a:ext cx="365760" cy="36576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754880" y="2825496"/>
            <a:ext cx="3931920" cy="77724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990088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77840" y="282549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&amp; Video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457200" y="3666744"/>
            <a:ext cx="3474720" cy="7772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Shape 17"/>
          <p:cNvSpPr/>
          <p:nvPr/>
        </p:nvSpPr>
        <p:spPr>
          <a:xfrm>
            <a:off x="457200" y="3666744"/>
            <a:ext cx="54864" cy="777240"/>
          </a:xfrm>
          <a:prstGeom prst="rect">
            <a:avLst/>
          </a:prstGeom>
          <a:solidFill>
            <a:srgbClr val="00D2A0"/>
          </a:solidFill>
          <a:ln/>
        </p:spPr>
      </p:sp>
      <p:sp>
        <p:nvSpPr>
          <p:cNvPr id="26" name="Text 18"/>
          <p:cNvSpPr/>
          <p:nvPr/>
        </p:nvSpPr>
        <p:spPr>
          <a:xfrm>
            <a:off x="685800" y="3666744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Paint, Tile &amp; Curtains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3849624"/>
            <a:ext cx="365760" cy="36576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754880" y="3666744"/>
            <a:ext cx="3931920" cy="77724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831336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577840" y="36667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Fonts &amp; Layout</a:t>
            </a:r>
            <a:endParaRPr lang="en-US" sz="1500" dirty="0"/>
          </a:p>
        </p:txBody>
      </p:sp>
      <p:sp>
        <p:nvSpPr>
          <p:cNvPr id="31" name="Shape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32" name="Text 22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 we are finishing the foundation, plumbing, and electrical.  </a:t>
            </a:r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Friday, we can only change the paint.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App Works (Every Single Action)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a user swipes, views matches, or checks events — these 4 steps happen: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1874520" cy="2011680"/>
          </a:xfrm>
          <a:prstGeom prst="rect">
            <a:avLst/>
          </a:prstGeom>
          <a:solidFill>
            <a:srgbClr val="0A2A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1874520" cy="54864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00A8E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33172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0" y="1554480"/>
            <a:ext cx="1874520" cy="2011680"/>
          </a:xfrm>
          <a:prstGeom prst="rect">
            <a:avLst/>
          </a:prstGeom>
          <a:solidFill>
            <a:srgbClr val="3D2A0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554480"/>
            <a:ext cx="18745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3154680" y="1783080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697480" y="2514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9748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33172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00600" y="1554480"/>
            <a:ext cx="1874520" cy="2011680"/>
          </a:xfrm>
          <a:prstGeom prst="rect">
            <a:avLst/>
          </a:prstGeom>
          <a:solidFill>
            <a:srgbClr val="2A15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0600" y="1554480"/>
            <a:ext cx="187452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0" name="Shape 16"/>
          <p:cNvSpPr/>
          <p:nvPr/>
        </p:nvSpPr>
        <p:spPr>
          <a:xfrm>
            <a:off x="5394960" y="1783080"/>
            <a:ext cx="640080" cy="64008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7"/>
          <p:cNvSpPr/>
          <p:nvPr/>
        </p:nvSpPr>
        <p:spPr>
          <a:xfrm>
            <a:off x="539496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937760" y="2514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93776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31720"/>
            <a:ext cx="274320" cy="2743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040880" y="1554480"/>
            <a:ext cx="1874520" cy="2011680"/>
          </a:xfrm>
          <a:prstGeom prst="rect">
            <a:avLst/>
          </a:prstGeom>
          <a:solidFill>
            <a:srgbClr val="0A2E2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40880" y="1554480"/>
            <a:ext cx="1874520" cy="54864"/>
          </a:xfrm>
          <a:prstGeom prst="rect">
            <a:avLst/>
          </a:prstGeom>
          <a:solidFill>
            <a:srgbClr val="00D2A0"/>
          </a:solidFill>
          <a:ln/>
        </p:spPr>
      </p:sp>
      <p:sp>
        <p:nvSpPr>
          <p:cNvPr id="27" name="Shape 22"/>
          <p:cNvSpPr/>
          <p:nvPr/>
        </p:nvSpPr>
        <p:spPr>
          <a:xfrm>
            <a:off x="7635240" y="1783080"/>
            <a:ext cx="640080" cy="64008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28" name="Text 23"/>
          <p:cNvSpPr/>
          <p:nvPr/>
        </p:nvSpPr>
        <p:spPr>
          <a:xfrm>
            <a:off x="76352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7178040" y="2514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717804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 &amp; 4 are the screen.  Steps 2 &amp; 3 are the brain.
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the brain right now. The screen just displays what the brain sends.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</a:t>
            </a:r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build the system for “Upcoming / Past / All” events and you later want “This Weekend,” that requires rebuilding the brain — not just the screen.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After Friday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be changed without hiring a new team, major costs, and months of delay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1732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43560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Stored Data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46120" y="143560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piece of info the app stores: profiles, matches, messages, events, preferences, photos. If a field doesn’t exist, the app can never use it.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214884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677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1671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Logic &amp; Algorithms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246120" y="216712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matches are calculated, how compatibility scores work, how events are filtered, how notifications trigger. The “thinking” behind the scenes.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8036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9923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28986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(The Connections)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246120" y="28986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 user takes: “show my matches,” “send a message,” “RSVP to event.” If an API doesn’t exist for it, the app simply cannot do it.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22" name="Shape 16"/>
          <p:cNvSpPr/>
          <p:nvPr/>
        </p:nvSpPr>
        <p:spPr>
          <a:xfrm>
            <a:off x="457200" y="361188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3075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36301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Systems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246120" y="36301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chat, video calls, “online now” indicators. Complex integrations that must be wired correctly from the start.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sp>
        <p:nvSpPr>
          <p:cNvPr id="27" name="Shape 20"/>
          <p:cNvSpPr/>
          <p:nvPr/>
        </p:nvSpPr>
        <p:spPr>
          <a:xfrm>
            <a:off x="457200" y="4343400"/>
            <a:ext cx="54864" cy="64008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62272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34440" y="436168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&amp; Matchmaker Portals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246120" y="436168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tools for managing users, reviewing profiles, and making manual matches. Web-only, built in this phase.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88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 Flexible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changed anytime with minimal effort and cost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solidFill>
            <a:srgbClr val="0A2E25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17320"/>
            <a:ext cx="54864" cy="731520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19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fonts, and visual styling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023360" y="1463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“look” of buttons, backgrounds, text sizes — everything cosmetic.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130552"/>
            <a:ext cx="8229600" cy="731520"/>
          </a:xfrm>
          <a:prstGeom prst="rect">
            <a:avLst/>
          </a:prstGeom>
          <a:solidFill>
            <a:srgbClr val="0A2E25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00" y="2130552"/>
            <a:ext cx="54864" cy="731520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17627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and arrangement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023360" y="21762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things appear on the screen, as long as the data behind them already exists.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843784"/>
            <a:ext cx="8229600" cy="731520"/>
          </a:xfrm>
          <a:prstGeom prst="rect">
            <a:avLst/>
          </a:prstGeom>
          <a:solidFill>
            <a:srgbClr val="0A2E25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3784"/>
            <a:ext cx="54864" cy="731520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083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288950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 and labels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023360" y="2889504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button text from “Find Matches” to “Discover People.”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557016"/>
            <a:ext cx="8229600" cy="731520"/>
          </a:xfrm>
          <a:prstGeom prst="rect">
            <a:avLst/>
          </a:prstGeom>
          <a:solidFill>
            <a:srgbClr val="0A2E25"/>
          </a:solidFill>
          <a:ln/>
        </p:spPr>
      </p:sp>
      <p:sp>
        <p:nvSpPr>
          <p:cNvPr id="22" name="Shape 16"/>
          <p:cNvSpPr/>
          <p:nvPr/>
        </p:nvSpPr>
        <p:spPr>
          <a:xfrm>
            <a:off x="457200" y="3557016"/>
            <a:ext cx="54864" cy="731520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2160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36027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 and images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023360" y="3602736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graphics, updating photos, changing icons.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Text 20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 </a:t>
            </a:r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what the app DOES </a:t>
            </a:r>
            <a:pPr algn="ctr"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must be done by Friday.   </a:t>
            </a:r>
            <a:pPr algn="ctr" indent="0" marL="0">
              <a:buNone/>
            </a:pPr>
            <a:r>
              <a:rPr lang="en-US" sz="16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how it LOOKS </a:t>
            </a:r>
            <a:pPr algn="ctr"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 wait.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1: The Brain Builders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through Friday, February 6  |  Arman (Project Manager) + 6 Developers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Expert (1)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137160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stored data: profiles, matches, messages, events, preferences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38528"/>
            <a:ext cx="8229600" cy="56692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9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9385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Logic Expert (1)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20440" y="1938528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algorithm, compatibility scoring, all business rules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9689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50545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Expert (1)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20440" y="250545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processing, security, performance, admin portal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072384"/>
            <a:ext cx="8229600" cy="566928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6382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0723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Expert (1)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520440" y="3072384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chat, video calls, payments, push notifications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39312"/>
            <a:ext cx="8229600" cy="566928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30752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63931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React Experts (2)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520440" y="3639312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portal, matchmaker portal, web user interface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3D152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61688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88720" y="4251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6 developers leave after Friday.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will not be available again for months. Replacing them means a new team at significantly higher cost.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8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2: Copy the Blueprint to Mobile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Monday, February 9  |  1 Week  |  5 Mobile Developers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63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Integration Expert (1)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0" y="14630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mobile apps to the brain Team 1 already built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042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1945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Experts (2)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40480" y="2194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and iPad version of the user-facing app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358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926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Experts (2)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40480" y="29260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phone and tablet version of the user-facing app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 can only copy what Team 1 has finished.
</a:t>
            </a:r>
            <a:endParaRPr lang="en-US" sz="1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cannot add new features, new logic, or new data.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the app look and feel the same on your phone as it does on the web. That’s it.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0A2E2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00D2A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Focus These 48 Hours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8716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4414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launches on time with every feature working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9008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team picks up Monday and finishes in 1 week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9300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34472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stays on track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95928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3950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to market as planned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3D152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4754880" y="1097280"/>
            <a:ext cx="402336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1325880"/>
            <a:ext cx="548640" cy="5486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Don’t Finalize by Friday</a:t>
            </a:r>
            <a:endParaRPr lang="en-US" sz="16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487168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486400" y="2441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launches broken, incomplete, or not at all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990088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486400" y="29443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team has nothing to copy — weeks of delay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3493008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486400" y="3447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developers at 2–3x the cost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995928"/>
            <a:ext cx="256032" cy="256032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486400" y="3950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pushed back by months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Need Your Decisions Now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next week. Not after the weekend. Now.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6400800" cy="19202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377440"/>
            <a:ext cx="6400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514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you today: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feature list and confirm what’s in vs. 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all logic decisions (filters, matching rules, event types)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anything missing from the database — this is our last chance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algn="l"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cosmetic requests (colors, fonts, layout) for next week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ideas can always be added later. </a:t>
            </a:r>
            <a:pPr algn="ctr" indent="0" marL="0">
              <a:buNone/>
            </a:pPr>
            <a:r>
              <a:rPr lang="en-US" sz="14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and logic cannot.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Status Briefing - Critical Deadline</dc:title>
  <dc:subject>PptxGenJS Presentation</dc:subject>
  <dc:creator>Arman</dc:creator>
  <cp:lastModifiedBy>Arman</cp:lastModifiedBy>
  <cp:revision>1</cp:revision>
  <dcterms:created xsi:type="dcterms:W3CDTF">2026-02-04T18:13:11Z</dcterms:created>
  <dcterms:modified xsi:type="dcterms:W3CDTF">2026-02-04T18:13:11Z</dcterms:modified>
</cp:coreProperties>
</file>